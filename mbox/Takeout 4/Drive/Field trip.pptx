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layfair Displ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regular.fntdata"/><Relationship Id="rId10" Type="http://schemas.openxmlformats.org/officeDocument/2006/relationships/slide" Target="slides/slide5.xml"/><Relationship Id="rId13" Type="http://schemas.openxmlformats.org/officeDocument/2006/relationships/font" Target="fonts/PlayfairDisplay-italic.fntdata"/><Relationship Id="rId12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layfairDispl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88989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8898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889893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8898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889893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8898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889893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8898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889893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88989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My Trip:</a:t>
            </a:r>
            <a:br>
              <a:rPr lang="en"/>
            </a:br>
            <a:r>
              <a:rPr lang="en"/>
              <a:t>Great Barrier Reef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By Your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favorite part of our trip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 most enjoyed the moment when the HUGE turtle swam right past me. I wouldn’t have believed that turtles could ever get that big if I hadn’t seen it for myself!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4294967295"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</a:t>
            </a:r>
            <a:r>
              <a:rPr i="1" lang="en"/>
              <a:t>new</a:t>
            </a:r>
            <a:r>
              <a:rPr lang="en"/>
              <a:t> things I learned</a:t>
            </a:r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431825" y="1342525"/>
            <a:ext cx="2683300" cy="3302700"/>
            <a:chOff x="431825" y="1342525"/>
            <a:chExt cx="2683300" cy="3302700"/>
          </a:xfrm>
        </p:grpSpPr>
        <p:sp>
          <p:nvSpPr>
            <p:cNvPr id="82" name="Google Shape;82;p15"/>
            <p:cNvSpPr/>
            <p:nvPr/>
          </p:nvSpPr>
          <p:spPr>
            <a:xfrm>
              <a:off x="431825" y="1342525"/>
              <a:ext cx="26832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431925" y="1342525"/>
              <a:ext cx="26832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idx="4294967295" type="body"/>
          </p:nvPr>
        </p:nvSpPr>
        <p:spPr>
          <a:xfrm>
            <a:off x="489192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857675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5"/>
          <p:cNvSpPr txBox="1"/>
          <p:nvPr>
            <p:ph idx="4294967295" type="body"/>
          </p:nvPr>
        </p:nvSpPr>
        <p:spPr>
          <a:xfrm>
            <a:off x="933875" y="13377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World’s largest coral reef 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508125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Lorem ipsum dolor sit amet, consectetur adipiscing elit, sed do eiusmod tempor incididunt ut labore et dolore magna aliqua.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Ut enim ad minim veniam, quis nostrud exercitation</a:t>
            </a:r>
            <a:endParaRPr sz="1400"/>
          </a:p>
        </p:txBody>
      </p:sp>
      <p:grpSp>
        <p:nvGrpSpPr>
          <p:cNvPr id="88" name="Google Shape;88;p15"/>
          <p:cNvGrpSpPr/>
          <p:nvPr/>
        </p:nvGrpSpPr>
        <p:grpSpPr>
          <a:xfrm>
            <a:off x="3221800" y="1342525"/>
            <a:ext cx="2673003" cy="3302700"/>
            <a:chOff x="3221800" y="1342525"/>
            <a:chExt cx="2673003" cy="3302700"/>
          </a:xfrm>
        </p:grpSpPr>
        <p:sp>
          <p:nvSpPr>
            <p:cNvPr id="89" name="Google Shape;89;p15"/>
            <p:cNvSpPr/>
            <p:nvPr/>
          </p:nvSpPr>
          <p:spPr>
            <a:xfrm>
              <a:off x="3221803" y="1342525"/>
              <a:ext cx="26730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3221800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>
            <p:ph idx="4294967295" type="body"/>
          </p:nvPr>
        </p:nvSpPr>
        <p:spPr>
          <a:xfrm>
            <a:off x="3275767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2" name="Google Shape;92;p15"/>
          <p:cNvCxnSpPr/>
          <p:nvPr/>
        </p:nvCxnSpPr>
        <p:spPr>
          <a:xfrm>
            <a:off x="3647550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5"/>
          <p:cNvSpPr txBox="1"/>
          <p:nvPr>
            <p:ph idx="4294967295" type="body"/>
          </p:nvPr>
        </p:nvSpPr>
        <p:spPr>
          <a:xfrm>
            <a:off x="3723750" y="13425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Can be seen from outer space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 txBox="1"/>
          <p:nvPr>
            <p:ph idx="4294967295" type="body"/>
          </p:nvPr>
        </p:nvSpPr>
        <p:spPr>
          <a:xfrm>
            <a:off x="3294700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Ut enim ad minim veniam, quis nostrud exercitation</a:t>
            </a:r>
            <a:endParaRPr sz="14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Duis aute irure dolor in reprehenderit in voluptate velit 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Esse cillum dolore eu fugiat nulla pariatur</a:t>
            </a:r>
            <a:endParaRPr sz="1400"/>
          </a:p>
        </p:txBody>
      </p:sp>
      <p:grpSp>
        <p:nvGrpSpPr>
          <p:cNvPr id="95" name="Google Shape;95;p15"/>
          <p:cNvGrpSpPr/>
          <p:nvPr/>
        </p:nvGrpSpPr>
        <p:grpSpPr>
          <a:xfrm>
            <a:off x="6007125" y="1342525"/>
            <a:ext cx="2673000" cy="3302700"/>
            <a:chOff x="6007125" y="1342525"/>
            <a:chExt cx="2673000" cy="3302700"/>
          </a:xfrm>
        </p:grpSpPr>
        <p:sp>
          <p:nvSpPr>
            <p:cNvPr id="96" name="Google Shape;96;p15"/>
            <p:cNvSpPr/>
            <p:nvPr/>
          </p:nvSpPr>
          <p:spPr>
            <a:xfrm>
              <a:off x="6007125" y="1342525"/>
              <a:ext cx="26730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6007125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idx="4294967295" type="body"/>
          </p:nvPr>
        </p:nvSpPr>
        <p:spPr>
          <a:xfrm>
            <a:off x="6058742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9" name="Google Shape;99;p15"/>
          <p:cNvCxnSpPr/>
          <p:nvPr/>
        </p:nvCxnSpPr>
        <p:spPr>
          <a:xfrm>
            <a:off x="6427225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5"/>
          <p:cNvSpPr txBox="1"/>
          <p:nvPr>
            <p:ph idx="4294967295" type="body"/>
          </p:nvPr>
        </p:nvSpPr>
        <p:spPr>
          <a:xfrm>
            <a:off x="6503425" y="13425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Located in Queensland, AU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5"/>
          <p:cNvSpPr txBox="1"/>
          <p:nvPr>
            <p:ph idx="4294967295" type="body"/>
          </p:nvPr>
        </p:nvSpPr>
        <p:spPr>
          <a:xfrm>
            <a:off x="6077675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Excepteur sint occaecat cupidatat non proident, sunt in culpa qui officia deserunt mollit anim id est laborum.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other facts I learned from </a:t>
            </a:r>
            <a:r>
              <a:rPr i="1" lang="en"/>
              <a:t>researching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2100"/>
              <a:t>215 species of bird live here</a:t>
            </a:r>
            <a:br>
              <a:rPr b="1" lang="en" sz="2100"/>
            </a:br>
            <a:r>
              <a:rPr lang="en"/>
              <a:t>Lorem ipsum dolor sit amet, consectetur adipiscing elit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2100"/>
              <a:t>Climate change, fishing, and pollution affect the reef</a:t>
            </a:r>
            <a:br>
              <a:rPr b="1" lang="en" sz="2100"/>
            </a:br>
            <a:r>
              <a:rPr lang="en"/>
              <a:t>Lorem ipsum dolor sit amet, consectetur adipiscing elit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b="1" lang="en" sz="2100"/>
              <a:t>This area occupies 132,973 mi²</a:t>
            </a:r>
            <a:br>
              <a:rPr b="1" lang="en" sz="2100"/>
            </a:br>
            <a:r>
              <a:rPr lang="en"/>
              <a:t>Lorem ipsum dolor sit amet, consectetur adipiscing elit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Eiffel Tower</a:t>
            </a:r>
            <a:endParaRPr/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...is where I’d like to go next!</a:t>
            </a:r>
            <a:endParaRPr/>
          </a:p>
        </p:txBody>
      </p:sp>
      <p:pic>
        <p:nvPicPr>
          <p:cNvPr descr="Black and white image of The Eiffel Tower" id="114" name="Google Shape;114;p17"/>
          <p:cNvPicPr preferRelativeResize="0"/>
          <p:nvPr/>
        </p:nvPicPr>
        <p:blipFill rotWithShape="1">
          <a:blip r:embed="rId3">
            <a:alphaModFix/>
          </a:blip>
          <a:srcRect b="2235" l="6027" r="10840" t="4246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